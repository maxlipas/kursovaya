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90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187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54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625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101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70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705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79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1060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017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632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051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166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846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9411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9524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975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9E24B51-D204-42A3-B7C9-40AD4E5039B5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3DFB576-13EB-4BDC-AE8C-2ED6FF1A5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5302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59EB2-DBEF-49BA-BFA7-DC000677F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507957"/>
            <a:ext cx="8676222" cy="1323475"/>
          </a:xfrm>
        </p:spPr>
        <p:txBody>
          <a:bodyPr/>
          <a:lstStyle/>
          <a:p>
            <a:r>
              <a:rPr lang="ru-RU" dirty="0"/>
              <a:t>Курсовая работа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331B05-BFA2-444D-8472-16CCF5583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889" y="3074069"/>
            <a:ext cx="8676222" cy="1905000"/>
          </a:xfrm>
        </p:spPr>
        <p:txBody>
          <a:bodyPr/>
          <a:lstStyle/>
          <a:p>
            <a:r>
              <a:rPr lang="ru-RU" dirty="0">
                <a:effectLst/>
              </a:rPr>
              <a:t>приложение для автоматизации учёта спецодежды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29CCF-FDF9-4456-85F6-45505966F1FE}"/>
              </a:ext>
            </a:extLst>
          </p:cNvPr>
          <p:cNvSpPr txBox="1"/>
          <p:nvPr/>
        </p:nvSpPr>
        <p:spPr>
          <a:xfrm>
            <a:off x="9946104" y="6079958"/>
            <a:ext cx="2245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Липский М.А. </a:t>
            </a:r>
          </a:p>
        </p:txBody>
      </p:sp>
    </p:spTree>
    <p:extLst>
      <p:ext uri="{BB962C8B-B14F-4D97-AF65-F5344CB8AC3E}">
        <p14:creationId xmlns:p14="http://schemas.microsoft.com/office/powerpoint/2010/main" val="4164610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074A0B-EE76-496E-9837-D93426B1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E69D14-9649-4B75-BFC1-01F4F25FB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Разработать приложение для автоматизации учёта спецодежды, цехов, работников и фактов выдачи спецодежды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2211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E1501D-A674-4A3A-9D25-1F04EBE1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85011"/>
            <a:ext cx="9905998" cy="1905000"/>
          </a:xfrm>
        </p:spPr>
        <p:txBody>
          <a:bodyPr/>
          <a:lstStyle/>
          <a:p>
            <a:r>
              <a:rPr lang="ru-RU" dirty="0"/>
              <a:t>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3226DA-F88F-4975-B80F-8B9377294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90011"/>
            <a:ext cx="9905998" cy="3737811"/>
          </a:xfrm>
        </p:spPr>
        <p:txBody>
          <a:bodyPr>
            <a:norm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Спроектировать </a:t>
            </a:r>
            <a:r>
              <a:rPr lang="ru-RU" b="1" dirty="0">
                <a:latin typeface="Century Gothic" panose="020B0502020202020204" pitchFamily="34" charset="0"/>
              </a:rPr>
              <a:t>Базу Данных </a:t>
            </a:r>
            <a:endParaRPr lang="ru-RU" dirty="0">
              <a:latin typeface="Century Gothic" panose="020B0502020202020204" pitchFamily="34" charset="0"/>
            </a:endParaRPr>
          </a:p>
          <a:p>
            <a:endParaRPr lang="ru-RU" b="1" dirty="0">
              <a:latin typeface="Century Gothic" panose="020B0502020202020204" pitchFamily="34" charset="0"/>
            </a:endParaRPr>
          </a:p>
          <a:p>
            <a:r>
              <a:rPr lang="ru-RU" dirty="0">
                <a:latin typeface="Century Gothic" panose="020B0502020202020204" pitchFamily="34" charset="0"/>
              </a:rPr>
              <a:t>Разработать </a:t>
            </a:r>
            <a:r>
              <a:rPr lang="ru-RU" b="1" dirty="0">
                <a:latin typeface="Century Gothic" panose="020B0502020202020204" pitchFamily="34" charset="0"/>
              </a:rPr>
              <a:t>БД</a:t>
            </a:r>
            <a:r>
              <a:rPr lang="ru-RU" dirty="0">
                <a:latin typeface="Century Gothic" panose="020B0502020202020204" pitchFamily="34" charset="0"/>
              </a:rPr>
              <a:t> с помощью ресурсов </a:t>
            </a:r>
            <a:r>
              <a:rPr lang="en-US" b="1" dirty="0">
                <a:latin typeface="Century Gothic" panose="020B0502020202020204" pitchFamily="34" charset="0"/>
              </a:rPr>
              <a:t>SQL</a:t>
            </a:r>
            <a:endParaRPr lang="ru-RU" b="1" dirty="0">
              <a:latin typeface="Century Gothic" panose="020B0502020202020204" pitchFamily="34" charset="0"/>
            </a:endParaRPr>
          </a:p>
          <a:p>
            <a:endParaRPr lang="ru-RU" b="1" dirty="0">
              <a:latin typeface="Century Gothic" panose="020B0502020202020204" pitchFamily="34" charset="0"/>
            </a:endParaRPr>
          </a:p>
          <a:p>
            <a:r>
              <a:rPr lang="ru-RU" dirty="0">
                <a:latin typeface="Century Gothic" panose="020B0502020202020204" pitchFamily="34" charset="0"/>
              </a:rPr>
              <a:t>Создать архитектуру приложения с помощью паттерна </a:t>
            </a:r>
            <a:r>
              <a:rPr lang="en-US" b="1" dirty="0">
                <a:latin typeface="Century Gothic" panose="020B0502020202020204" pitchFamily="34" charset="0"/>
              </a:rPr>
              <a:t>MVVM</a:t>
            </a:r>
            <a:endParaRPr lang="ru-RU" b="1" dirty="0">
              <a:latin typeface="Century Gothic" panose="020B0502020202020204" pitchFamily="34" charset="0"/>
            </a:endParaRPr>
          </a:p>
          <a:p>
            <a:endParaRPr lang="ru-RU" b="1" dirty="0">
              <a:latin typeface="Century Gothic" panose="020B0502020202020204" pitchFamily="34" charset="0"/>
            </a:endParaRPr>
          </a:p>
          <a:p>
            <a:r>
              <a:rPr lang="ru-RU" dirty="0">
                <a:latin typeface="Century Gothic" panose="020B0502020202020204" pitchFamily="34" charset="0"/>
              </a:rPr>
              <a:t>Создать </a:t>
            </a:r>
            <a:r>
              <a:rPr lang="en-US" b="1" dirty="0">
                <a:latin typeface="Century Gothic" panose="020B0502020202020204" pitchFamily="34" charset="0"/>
              </a:rPr>
              <a:t>WPF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ru-RU" dirty="0">
                <a:latin typeface="Century Gothic" panose="020B0502020202020204" pitchFamily="34" charset="0"/>
              </a:rPr>
              <a:t>приложение в которое выполняет функцию </a:t>
            </a:r>
            <a:r>
              <a:rPr lang="ru-RU" b="1" dirty="0">
                <a:latin typeface="Century Gothic" panose="020B0502020202020204" pitchFamily="34" charset="0"/>
              </a:rPr>
              <a:t>пользовательского</a:t>
            </a:r>
            <a:r>
              <a:rPr lang="ru-RU" dirty="0">
                <a:latin typeface="Century Gothic" panose="020B0502020202020204" pitchFamily="34" charset="0"/>
              </a:rPr>
              <a:t> </a:t>
            </a:r>
            <a:r>
              <a:rPr lang="ru-RU" b="1" dirty="0">
                <a:latin typeface="Century Gothic" panose="020B0502020202020204" pitchFamily="34" charset="0"/>
              </a:rPr>
              <a:t>интерфейса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175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41F40-1371-4853-9C80-78D46FB8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41044"/>
            <a:ext cx="9905998" cy="1905000"/>
          </a:xfrm>
        </p:spPr>
        <p:txBody>
          <a:bodyPr/>
          <a:lstStyle/>
          <a:p>
            <a:r>
              <a:rPr lang="ru-RU" dirty="0"/>
              <a:t>Проектирование БД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024B48-4492-4D55-81FC-A4D8D45D70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24517" y="2246044"/>
            <a:ext cx="5939790" cy="377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87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03829F-0943-4765-BB6A-D3ADE2EF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300"/>
            <a:ext cx="9905998" cy="1905000"/>
          </a:xfrm>
        </p:spPr>
        <p:txBody>
          <a:bodyPr/>
          <a:lstStyle/>
          <a:p>
            <a:r>
              <a:rPr lang="ru-RU"/>
              <a:t>Архитектура</a:t>
            </a:r>
            <a:r>
              <a:rPr lang="en-US"/>
              <a:t> </a:t>
            </a:r>
            <a:r>
              <a:rPr lang="ru-RU"/>
              <a:t>М</a:t>
            </a:r>
            <a:r>
              <a:rPr lang="en-US"/>
              <a:t>VVM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B9E892-5E97-4BC9-9118-7FE88945B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56" y="1447800"/>
            <a:ext cx="1854441" cy="4953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1FE47B-CB9E-462F-A820-F5E046209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912" y="1447800"/>
            <a:ext cx="1791450" cy="4838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A66333-BE15-43EB-B542-1E7E6BB84E8C}"/>
              </a:ext>
            </a:extLst>
          </p:cNvPr>
          <p:cNvSpPr txBox="1"/>
          <p:nvPr/>
        </p:nvSpPr>
        <p:spPr>
          <a:xfrm>
            <a:off x="6094412" y="1634290"/>
            <a:ext cx="48850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Century Gothic" panose="020B0502020202020204" pitchFamily="34" charset="0"/>
              </a:rPr>
              <a:t>Для создания приложение есть 3 основные папки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Model-</a:t>
            </a:r>
            <a:r>
              <a:rPr lang="ru-RU" dirty="0">
                <a:latin typeface="Century Gothic" panose="020B0502020202020204" pitchFamily="34" charset="0"/>
              </a:rPr>
              <a:t>реализация объекта </a:t>
            </a:r>
            <a:r>
              <a:rPr lang="ru-RU" dirty="0" err="1">
                <a:latin typeface="Century Gothic" panose="020B0502020202020204" pitchFamily="34" charset="0"/>
              </a:rPr>
              <a:t>бд</a:t>
            </a:r>
            <a:r>
              <a:rPr lang="ru-RU" dirty="0">
                <a:latin typeface="Century Gothic" panose="020B0502020202020204" pitchFamily="34" charset="0"/>
              </a:rPr>
              <a:t> с помощью Класса с</a:t>
            </a:r>
            <a:r>
              <a:rPr lang="en-US" dirty="0">
                <a:latin typeface="Century Gothic" panose="020B0502020202020204" pitchFamily="34" charset="0"/>
              </a:rPr>
              <a:t>#</a:t>
            </a:r>
            <a:endParaRPr lang="ru-RU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entury Gothic" panose="020B0502020202020204" pitchFamily="34" charset="0"/>
              </a:rPr>
              <a:t>ViewModel</a:t>
            </a:r>
            <a:r>
              <a:rPr lang="en-US" dirty="0">
                <a:latin typeface="Century Gothic" panose="020B0502020202020204" pitchFamily="34" charset="0"/>
              </a:rPr>
              <a:t>- </a:t>
            </a:r>
            <a:r>
              <a:rPr lang="ru-RU" dirty="0">
                <a:latin typeface="Century Gothic" panose="020B0502020202020204" pitchFamily="34" charset="0"/>
              </a:rPr>
              <a:t>Логическая связь между базы данных и пользовательским интерфейсом в которой помещена вся логика.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entury Gothic" panose="020B0502020202020204" pitchFamily="34" charset="0"/>
              </a:rPr>
              <a:t>View – </a:t>
            </a:r>
            <a:r>
              <a:rPr lang="ru-RU" dirty="0">
                <a:latin typeface="Century Gothic" panose="020B0502020202020204" pitchFamily="34" charset="0"/>
              </a:rPr>
              <a:t>графическое представление данных с помощью </a:t>
            </a:r>
            <a:r>
              <a:rPr lang="en-US" dirty="0">
                <a:latin typeface="Century Gothic" panose="020B0502020202020204" pitchFamily="34" charset="0"/>
              </a:rPr>
              <a:t>WPF</a:t>
            </a:r>
            <a:endParaRPr lang="ru-RU" dirty="0">
              <a:latin typeface="Century Gothic" panose="020B0502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018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689F1-1F14-41D5-AAF7-871158CD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4300"/>
            <a:ext cx="9905998" cy="190500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695CEA9-2863-4DB4-8545-725E7B7E995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8656" y="1622255"/>
            <a:ext cx="6794688" cy="37177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CDACEF-5C22-4D62-B85D-5F2A0E8DD13D}"/>
              </a:ext>
            </a:extLst>
          </p:cNvPr>
          <p:cNvSpPr txBox="1"/>
          <p:nvPr/>
        </p:nvSpPr>
        <p:spPr>
          <a:xfrm>
            <a:off x="4940969" y="5791200"/>
            <a:ext cx="3449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Рис. 1 «Главное окно»</a:t>
            </a:r>
          </a:p>
        </p:txBody>
      </p:sp>
    </p:spTree>
    <p:extLst>
      <p:ext uri="{BB962C8B-B14F-4D97-AF65-F5344CB8AC3E}">
        <p14:creationId xmlns:p14="http://schemas.microsoft.com/office/powerpoint/2010/main" val="3749561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5B8EA-A7DD-4DBA-A8CC-53DB6C2C3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52926"/>
            <a:ext cx="9905998" cy="190500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05EFA3-4513-4184-8739-E0DDCD32A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Century Gothic" panose="020B0502020202020204" pitchFamily="34" charset="0"/>
              </a:rPr>
              <a:t>Доступ к таблицам базы данных осуществляется через кнопки в главном меню</a:t>
            </a:r>
          </a:p>
          <a:p>
            <a:pPr marL="0" indent="0">
              <a:buNone/>
            </a:pPr>
            <a:r>
              <a:rPr lang="ru-RU" dirty="0">
                <a:latin typeface="Century Gothic" panose="020B0502020202020204" pitchFamily="34" charset="0"/>
              </a:rPr>
              <a:t>Для каждой таблицы реализованы функции добавления, удаления и редактирования записей в базе данных.</a:t>
            </a:r>
          </a:p>
          <a:p>
            <a:pPr marL="0" indent="0">
              <a:buNone/>
            </a:pPr>
            <a:r>
              <a:rPr lang="ru-RU" dirty="0"/>
              <a:t>При нажатии на ячейку БД она выделяется</a:t>
            </a:r>
          </a:p>
        </p:txBody>
      </p:sp>
    </p:spTree>
    <p:extLst>
      <p:ext uri="{BB962C8B-B14F-4D97-AF65-F5344CB8AC3E}">
        <p14:creationId xmlns:p14="http://schemas.microsoft.com/office/powerpoint/2010/main" val="2208027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0B1263-EF64-427E-9209-BB7259D38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0842"/>
            <a:ext cx="9905998" cy="190500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428340-D6FF-404D-85AB-900DE1A65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1043" y="5975684"/>
            <a:ext cx="3379284" cy="3208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Рис. 2 Окно «работники"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8BEEFC-ABA9-4F6F-B7DB-181A5495B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453" y="1798631"/>
            <a:ext cx="5682464" cy="399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91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3D24C-041E-4467-ABB6-4532126FD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959" y="114300"/>
            <a:ext cx="2630905" cy="1905000"/>
          </a:xfrm>
        </p:spPr>
        <p:txBody>
          <a:bodyPr/>
          <a:lstStyle/>
          <a:p>
            <a:pPr algn="ctr"/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DE2546-DC2A-4FC6-B9A3-ECD534BE1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3" y="2506578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Полученный опыт в области проектирования БД, построения архитектуры приложения и реализации пользовательского интерфейса является важным шагом в освоении профессии разработчика программного обеспечения. Проект демонстрирует готовность применять полученные знания на практике.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07072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TM03457485[[fn=Сетка]]</Template>
  <TotalTime>24</TotalTime>
  <Words>186</Words>
  <Application>Microsoft Office PowerPoint</Application>
  <PresentationFormat>Широкоэкранный</PresentationFormat>
  <Paragraphs>32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Times New Roman</vt:lpstr>
      <vt:lpstr>Сетка</vt:lpstr>
      <vt:lpstr>Курсовая работа</vt:lpstr>
      <vt:lpstr>Цель работы</vt:lpstr>
      <vt:lpstr>Задачи работы</vt:lpstr>
      <vt:lpstr>Проектирование БД</vt:lpstr>
      <vt:lpstr>Архитектура МVVM</vt:lpstr>
      <vt:lpstr>Пользовательский Интерфейс</vt:lpstr>
      <vt:lpstr>Пользовательский Интерфейс</vt:lpstr>
      <vt:lpstr>Пользовательский Интерфейс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Максим Липский</dc:creator>
  <cp:lastModifiedBy>Максим Липский</cp:lastModifiedBy>
  <cp:revision>1</cp:revision>
  <dcterms:created xsi:type="dcterms:W3CDTF">2026-06-27T04:27:54Z</dcterms:created>
  <dcterms:modified xsi:type="dcterms:W3CDTF">2026-06-27T04:52:12Z</dcterms:modified>
</cp:coreProperties>
</file>